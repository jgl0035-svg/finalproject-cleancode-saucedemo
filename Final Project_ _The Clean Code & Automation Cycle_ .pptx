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Open Sans ExtraBold"/>
      <p:bold r:id="rId15"/>
      <p:boldItalic r:id="rId16"/>
    </p:embeddedFon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penSansExtraBold-bold.fntdata"/><Relationship Id="rId14" Type="http://schemas.openxmlformats.org/officeDocument/2006/relationships/slide" Target="slides/slide9.xml"/><Relationship Id="rId17" Type="http://schemas.openxmlformats.org/officeDocument/2006/relationships/font" Target="fonts/OpenSans-regular.fntdata"/><Relationship Id="rId16" Type="http://schemas.openxmlformats.org/officeDocument/2006/relationships/font" Target="fonts/OpenSansExtraBold-boldItalic.fntdata"/><Relationship Id="rId5" Type="http://schemas.openxmlformats.org/officeDocument/2006/relationships/notesMaster" Target="notesMasters/notesMaster1.xml"/><Relationship Id="rId19" Type="http://schemas.openxmlformats.org/officeDocument/2006/relationships/font" Target="fonts/OpenSans-italic.fntdata"/><Relationship Id="rId6" Type="http://schemas.openxmlformats.org/officeDocument/2006/relationships/slide" Target="slides/slide1.xml"/><Relationship Id="rId18"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8aae18760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 name="Google Shape;33;g8aae18760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8ab390642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8ab390642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3dc135ea85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 name="Google Shape;46;g3dc135ea85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dc135ea85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dc135ea85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c135ea85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c135ea85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c135ea85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c135ea85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dc135ea85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dc135ea85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c135ea85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c135ea85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8ab390642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8ab390642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Portada">
  <p:cSld name="TITLE_1">
    <p:bg>
      <p:bgPr>
        <a:solidFill>
          <a:srgbClr val="002E4C"/>
        </a:solidFill>
      </p:bgPr>
    </p:bg>
    <p:spTree>
      <p:nvGrpSpPr>
        <p:cNvPr id="6" name="Shape 6"/>
        <p:cNvGrpSpPr/>
        <p:nvPr/>
      </p:nvGrpSpPr>
      <p:grpSpPr>
        <a:xfrm>
          <a:off x="0" y="0"/>
          <a:ext cx="0" cy="0"/>
          <a:chOff x="0" y="0"/>
          <a:chExt cx="0" cy="0"/>
        </a:xfrm>
      </p:grpSpPr>
      <p:sp>
        <p:nvSpPr>
          <p:cNvPr id="7" name="Google Shape;7;p2"/>
          <p:cNvSpPr/>
          <p:nvPr/>
        </p:nvSpPr>
        <p:spPr>
          <a:xfrm>
            <a:off x="1047750" y="990625"/>
            <a:ext cx="1394100" cy="762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 name="Google Shape;8;p2"/>
          <p:cNvPicPr preferRelativeResize="0"/>
          <p:nvPr/>
        </p:nvPicPr>
        <p:blipFill>
          <a:blip r:embed="rId2">
            <a:alphaModFix/>
          </a:blip>
          <a:stretch>
            <a:fillRect/>
          </a:stretch>
        </p:blipFill>
        <p:spPr>
          <a:xfrm>
            <a:off x="6497075" y="4033300"/>
            <a:ext cx="1889385" cy="522300"/>
          </a:xfrm>
          <a:prstGeom prst="rect">
            <a:avLst/>
          </a:prstGeom>
          <a:noFill/>
          <a:ln>
            <a:noFill/>
          </a:ln>
        </p:spPr>
      </p:pic>
      <p:sp>
        <p:nvSpPr>
          <p:cNvPr id="9" name="Google Shape;9;p2"/>
          <p:cNvSpPr txBox="1"/>
          <p:nvPr>
            <p:ph type="title"/>
          </p:nvPr>
        </p:nvSpPr>
        <p:spPr>
          <a:xfrm>
            <a:off x="1676400" y="1123950"/>
            <a:ext cx="3924300" cy="981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200">
                <a:solidFill>
                  <a:schemeClr val="lt1"/>
                </a:solidFill>
                <a:latin typeface="Open Sans ExtraBold"/>
                <a:ea typeface="Open Sans ExtraBold"/>
                <a:cs typeface="Open Sans ExtraBold"/>
                <a:sym typeface="Open Sans ExtraBold"/>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0" name="Google Shape;10;p2"/>
          <p:cNvSpPr txBox="1"/>
          <p:nvPr>
            <p:ph idx="1" type="subTitle"/>
          </p:nvPr>
        </p:nvSpPr>
        <p:spPr>
          <a:xfrm>
            <a:off x="1676400" y="2324000"/>
            <a:ext cx="3790800" cy="638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2000">
                <a:solidFill>
                  <a:schemeClr val="lt1"/>
                </a:solidFill>
                <a:latin typeface="Open Sans"/>
                <a:ea typeface="Open Sans"/>
                <a:cs typeface="Open Sans"/>
                <a:sym typeface="Open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Portadilla">
  <p:cSld name="TITLE_1_1">
    <p:spTree>
      <p:nvGrpSpPr>
        <p:cNvPr id="11" name="Shape 11"/>
        <p:cNvGrpSpPr/>
        <p:nvPr/>
      </p:nvGrpSpPr>
      <p:grpSpPr>
        <a:xfrm>
          <a:off x="0" y="0"/>
          <a:ext cx="0" cy="0"/>
          <a:chOff x="0" y="0"/>
          <a:chExt cx="0" cy="0"/>
        </a:xfrm>
      </p:grpSpPr>
      <p:sp>
        <p:nvSpPr>
          <p:cNvPr id="12" name="Google Shape;12;p3"/>
          <p:cNvSpPr/>
          <p:nvPr/>
        </p:nvSpPr>
        <p:spPr>
          <a:xfrm>
            <a:off x="1268350" y="1411788"/>
            <a:ext cx="1259100" cy="360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
          <p:cNvSpPr/>
          <p:nvPr/>
        </p:nvSpPr>
        <p:spPr>
          <a:xfrm>
            <a:off x="0" y="4686000"/>
            <a:ext cx="9144000" cy="457500"/>
          </a:xfrm>
          <a:prstGeom prst="rect">
            <a:avLst/>
          </a:prstGeom>
          <a:solidFill>
            <a:srgbClr val="00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 name="Google Shape;14;p3"/>
          <p:cNvPicPr preferRelativeResize="0"/>
          <p:nvPr/>
        </p:nvPicPr>
        <p:blipFill>
          <a:blip r:embed="rId2">
            <a:alphaModFix/>
          </a:blip>
          <a:stretch>
            <a:fillRect/>
          </a:stretch>
        </p:blipFill>
        <p:spPr>
          <a:xfrm>
            <a:off x="7220067" y="4770047"/>
            <a:ext cx="1377564" cy="289424"/>
          </a:xfrm>
          <a:prstGeom prst="rect">
            <a:avLst/>
          </a:prstGeom>
          <a:noFill/>
          <a:ln>
            <a:noFill/>
          </a:ln>
        </p:spPr>
      </p:pic>
      <p:sp>
        <p:nvSpPr>
          <p:cNvPr id="15" name="Google Shape;15;p3"/>
          <p:cNvSpPr/>
          <p:nvPr/>
        </p:nvSpPr>
        <p:spPr>
          <a:xfrm>
            <a:off x="8968150" y="4686025"/>
            <a:ext cx="175800" cy="4575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1672050" y="1447800"/>
            <a:ext cx="5014500" cy="904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rgbClr val="FFFFFF"/>
                </a:solidFill>
                <a:latin typeface="Open Sans ExtraBold"/>
                <a:ea typeface="Open Sans ExtraBold"/>
                <a:cs typeface="Open Sans ExtraBold"/>
                <a:sym typeface="Open Sans ExtraBold"/>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Normal">
  <p:cSld name="CUSTOM">
    <p:spTree>
      <p:nvGrpSpPr>
        <p:cNvPr id="17" name="Shape 17"/>
        <p:cNvGrpSpPr/>
        <p:nvPr/>
      </p:nvGrpSpPr>
      <p:grpSpPr>
        <a:xfrm>
          <a:off x="0" y="0"/>
          <a:ext cx="0" cy="0"/>
          <a:chOff x="0" y="0"/>
          <a:chExt cx="0" cy="0"/>
        </a:xfrm>
      </p:grpSpPr>
      <p:sp>
        <p:nvSpPr>
          <p:cNvPr id="18" name="Google Shape;18;p4"/>
          <p:cNvSpPr/>
          <p:nvPr/>
        </p:nvSpPr>
        <p:spPr>
          <a:xfrm>
            <a:off x="304850" y="384125"/>
            <a:ext cx="1259100" cy="360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0" y="4686000"/>
            <a:ext cx="9144000" cy="457500"/>
          </a:xfrm>
          <a:prstGeom prst="rect">
            <a:avLst/>
          </a:prstGeom>
          <a:solidFill>
            <a:srgbClr val="00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 name="Google Shape;20;p4"/>
          <p:cNvPicPr preferRelativeResize="0"/>
          <p:nvPr/>
        </p:nvPicPr>
        <p:blipFill>
          <a:blip r:embed="rId2">
            <a:alphaModFix/>
          </a:blip>
          <a:stretch>
            <a:fillRect/>
          </a:stretch>
        </p:blipFill>
        <p:spPr>
          <a:xfrm>
            <a:off x="7220067" y="4770047"/>
            <a:ext cx="1377564" cy="289424"/>
          </a:xfrm>
          <a:prstGeom prst="rect">
            <a:avLst/>
          </a:prstGeom>
          <a:noFill/>
          <a:ln>
            <a:noFill/>
          </a:ln>
        </p:spPr>
      </p:pic>
      <p:sp>
        <p:nvSpPr>
          <p:cNvPr id="21" name="Google Shape;21;p4"/>
          <p:cNvSpPr/>
          <p:nvPr/>
        </p:nvSpPr>
        <p:spPr>
          <a:xfrm>
            <a:off x="8968150" y="4686025"/>
            <a:ext cx="175800" cy="4575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795250" y="384125"/>
            <a:ext cx="7857300" cy="5799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400">
                <a:solidFill>
                  <a:srgbClr val="FFFFFF"/>
                </a:solidFill>
                <a:latin typeface="Open Sans ExtraBold"/>
                <a:ea typeface="Open Sans ExtraBold"/>
                <a:cs typeface="Open Sans ExtraBold"/>
                <a:sym typeface="Open Sans ExtraBold"/>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3" name="Google Shape;23;p4"/>
          <p:cNvSpPr txBox="1"/>
          <p:nvPr>
            <p:ph idx="1" type="subTitle"/>
          </p:nvPr>
        </p:nvSpPr>
        <p:spPr>
          <a:xfrm>
            <a:off x="795250" y="1005250"/>
            <a:ext cx="7857300" cy="457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2000">
                <a:solidFill>
                  <a:srgbClr val="FFFFFF"/>
                </a:solidFill>
                <a:latin typeface="Open Sans"/>
                <a:ea typeface="Open Sans"/>
                <a:cs typeface="Open Sans"/>
                <a:sym typeface="Open Sans"/>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p:txBody>
      </p:sp>
      <p:sp>
        <p:nvSpPr>
          <p:cNvPr id="24" name="Google Shape;24;p4"/>
          <p:cNvSpPr txBox="1"/>
          <p:nvPr>
            <p:ph idx="2" type="body"/>
          </p:nvPr>
        </p:nvSpPr>
        <p:spPr>
          <a:xfrm>
            <a:off x="795250" y="1733550"/>
            <a:ext cx="7857300" cy="2457600"/>
          </a:xfrm>
          <a:prstGeom prst="rect">
            <a:avLst/>
          </a:prstGeom>
          <a:noFill/>
          <a:ln>
            <a:noFill/>
          </a:ln>
        </p:spPr>
        <p:txBody>
          <a:bodyPr anchorCtr="0" anchor="t" bIns="91425" lIns="91425" spcFirstLastPara="1" rIns="91425" wrap="square" tIns="91425">
            <a:noAutofit/>
          </a:bodyPr>
          <a:lstStyle>
            <a:lvl1pPr indent="-330200" lvl="0" marL="457200" rtl="0">
              <a:lnSpc>
                <a:spcPct val="115000"/>
              </a:lnSpc>
              <a:spcBef>
                <a:spcPts val="0"/>
              </a:spcBef>
              <a:spcAft>
                <a:spcPts val="0"/>
              </a:spcAft>
              <a:buClr>
                <a:srgbClr val="FFFFFF"/>
              </a:buClr>
              <a:buSzPts val="1600"/>
              <a:buFont typeface="Open Sans"/>
              <a:buAutoNum type="arabicPeriod"/>
              <a:defRPr b="1" sz="1600">
                <a:solidFill>
                  <a:srgbClr val="FFFFFF"/>
                </a:solidFill>
                <a:latin typeface="Open Sans"/>
                <a:ea typeface="Open Sans"/>
                <a:cs typeface="Open Sans"/>
                <a:sym typeface="Open Sans"/>
              </a:defRPr>
            </a:lvl1pPr>
            <a:lvl2pPr indent="-317500" lvl="1" marL="914400" rtl="0">
              <a:lnSpc>
                <a:spcPct val="115000"/>
              </a:lnSpc>
              <a:spcBef>
                <a:spcPts val="0"/>
              </a:spcBef>
              <a:spcAft>
                <a:spcPts val="0"/>
              </a:spcAft>
              <a:buClr>
                <a:srgbClr val="002E4C"/>
              </a:buClr>
              <a:buSzPts val="1400"/>
              <a:buFont typeface="Open Sans"/>
              <a:buAutoNum type="alphaLcPeriod"/>
              <a:defRPr>
                <a:solidFill>
                  <a:srgbClr val="002E4C"/>
                </a:solidFill>
                <a:latin typeface="Open Sans"/>
                <a:ea typeface="Open Sans"/>
                <a:cs typeface="Open Sans"/>
                <a:sym typeface="Open Sans"/>
              </a:defRPr>
            </a:lvl2pPr>
            <a:lvl3pPr indent="-317500" lvl="2" marL="1371600" rtl="0">
              <a:lnSpc>
                <a:spcPct val="115000"/>
              </a:lnSpc>
              <a:spcBef>
                <a:spcPts val="0"/>
              </a:spcBef>
              <a:spcAft>
                <a:spcPts val="0"/>
              </a:spcAft>
              <a:buClr>
                <a:srgbClr val="002E4C"/>
              </a:buClr>
              <a:buSzPts val="1400"/>
              <a:buFont typeface="Open Sans"/>
              <a:buAutoNum type="romanLcPeriod"/>
              <a:defRPr>
                <a:solidFill>
                  <a:srgbClr val="002E4C"/>
                </a:solidFill>
                <a:latin typeface="Open Sans"/>
                <a:ea typeface="Open Sans"/>
                <a:cs typeface="Open Sans"/>
                <a:sym typeface="Open Sans"/>
              </a:defRPr>
            </a:lvl3pPr>
            <a:lvl4pPr indent="-317500" lvl="3" marL="1828800" rtl="0">
              <a:lnSpc>
                <a:spcPct val="115000"/>
              </a:lnSpc>
              <a:spcBef>
                <a:spcPts val="0"/>
              </a:spcBef>
              <a:spcAft>
                <a:spcPts val="0"/>
              </a:spcAft>
              <a:buClr>
                <a:srgbClr val="002E4C"/>
              </a:buClr>
              <a:buSzPts val="1400"/>
              <a:buFont typeface="Open Sans"/>
              <a:buAutoNum type="arabicPeriod"/>
              <a:defRPr>
                <a:solidFill>
                  <a:srgbClr val="002E4C"/>
                </a:solidFill>
                <a:latin typeface="Open Sans"/>
                <a:ea typeface="Open Sans"/>
                <a:cs typeface="Open Sans"/>
                <a:sym typeface="Open Sans"/>
              </a:defRPr>
            </a:lvl4pPr>
            <a:lvl5pPr indent="-317500" lvl="4" marL="2286000" rtl="0">
              <a:lnSpc>
                <a:spcPct val="115000"/>
              </a:lnSpc>
              <a:spcBef>
                <a:spcPts val="0"/>
              </a:spcBef>
              <a:spcAft>
                <a:spcPts val="0"/>
              </a:spcAft>
              <a:buClr>
                <a:srgbClr val="002E4C"/>
              </a:buClr>
              <a:buSzPts val="1400"/>
              <a:buFont typeface="Open Sans"/>
              <a:buAutoNum type="alphaLcPeriod"/>
              <a:defRPr>
                <a:solidFill>
                  <a:srgbClr val="002E4C"/>
                </a:solidFill>
                <a:latin typeface="Open Sans"/>
                <a:ea typeface="Open Sans"/>
                <a:cs typeface="Open Sans"/>
                <a:sym typeface="Open Sans"/>
              </a:defRPr>
            </a:lvl5pPr>
            <a:lvl6pPr indent="-317500" lvl="5" marL="2743200" rtl="0">
              <a:lnSpc>
                <a:spcPct val="115000"/>
              </a:lnSpc>
              <a:spcBef>
                <a:spcPts val="0"/>
              </a:spcBef>
              <a:spcAft>
                <a:spcPts val="0"/>
              </a:spcAft>
              <a:buClr>
                <a:srgbClr val="002E4C"/>
              </a:buClr>
              <a:buSzPts val="1400"/>
              <a:buFont typeface="Open Sans"/>
              <a:buAutoNum type="romanLcPeriod"/>
              <a:defRPr>
                <a:solidFill>
                  <a:srgbClr val="002E4C"/>
                </a:solidFill>
                <a:latin typeface="Open Sans"/>
                <a:ea typeface="Open Sans"/>
                <a:cs typeface="Open Sans"/>
                <a:sym typeface="Open Sans"/>
              </a:defRPr>
            </a:lvl6pPr>
            <a:lvl7pPr indent="-317500" lvl="6" marL="3200400" rtl="0">
              <a:lnSpc>
                <a:spcPct val="115000"/>
              </a:lnSpc>
              <a:spcBef>
                <a:spcPts val="0"/>
              </a:spcBef>
              <a:spcAft>
                <a:spcPts val="0"/>
              </a:spcAft>
              <a:buClr>
                <a:srgbClr val="002E4C"/>
              </a:buClr>
              <a:buSzPts val="1400"/>
              <a:buFont typeface="Open Sans"/>
              <a:buAutoNum type="arabicPeriod"/>
              <a:defRPr>
                <a:solidFill>
                  <a:srgbClr val="002E4C"/>
                </a:solidFill>
                <a:latin typeface="Open Sans"/>
                <a:ea typeface="Open Sans"/>
                <a:cs typeface="Open Sans"/>
                <a:sym typeface="Open Sans"/>
              </a:defRPr>
            </a:lvl7pPr>
            <a:lvl8pPr indent="-317500" lvl="7" marL="3657600" rtl="0">
              <a:lnSpc>
                <a:spcPct val="115000"/>
              </a:lnSpc>
              <a:spcBef>
                <a:spcPts val="0"/>
              </a:spcBef>
              <a:spcAft>
                <a:spcPts val="0"/>
              </a:spcAft>
              <a:buClr>
                <a:srgbClr val="002E4C"/>
              </a:buClr>
              <a:buSzPts val="1400"/>
              <a:buFont typeface="Open Sans"/>
              <a:buAutoNum type="alphaLcPeriod"/>
              <a:defRPr>
                <a:solidFill>
                  <a:srgbClr val="002E4C"/>
                </a:solidFill>
                <a:latin typeface="Open Sans"/>
                <a:ea typeface="Open Sans"/>
                <a:cs typeface="Open Sans"/>
                <a:sym typeface="Open Sans"/>
              </a:defRPr>
            </a:lvl8pPr>
            <a:lvl9pPr indent="-317500" lvl="8" marL="4114800" rtl="0">
              <a:lnSpc>
                <a:spcPct val="115000"/>
              </a:lnSpc>
              <a:spcBef>
                <a:spcPts val="0"/>
              </a:spcBef>
              <a:spcAft>
                <a:spcPts val="0"/>
              </a:spcAft>
              <a:buClr>
                <a:srgbClr val="002E4C"/>
              </a:buClr>
              <a:buSzPts val="1400"/>
              <a:buFont typeface="Open Sans"/>
              <a:buAutoNum type="romanLcPeriod"/>
              <a:defRPr>
                <a:solidFill>
                  <a:srgbClr val="002E4C"/>
                </a:solidFill>
                <a:latin typeface="Open Sans"/>
                <a:ea typeface="Open Sans"/>
                <a:cs typeface="Open Sans"/>
                <a:sym typeface="Open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Diseño personalizado">
  <p:cSld name="CUSTOM_2">
    <p:spTree>
      <p:nvGrpSpPr>
        <p:cNvPr id="25" name="Shape 25"/>
        <p:cNvGrpSpPr/>
        <p:nvPr/>
      </p:nvGrpSpPr>
      <p:grpSpPr>
        <a:xfrm>
          <a:off x="0" y="0"/>
          <a:ext cx="0" cy="0"/>
          <a:chOff x="0" y="0"/>
          <a:chExt cx="0" cy="0"/>
        </a:xfrm>
      </p:grpSpPr>
      <p:sp>
        <p:nvSpPr>
          <p:cNvPr id="26" name="Google Shape;26;p5"/>
          <p:cNvSpPr/>
          <p:nvPr/>
        </p:nvSpPr>
        <p:spPr>
          <a:xfrm>
            <a:off x="0" y="4686000"/>
            <a:ext cx="9144000" cy="457500"/>
          </a:xfrm>
          <a:prstGeom prst="rect">
            <a:avLst/>
          </a:prstGeom>
          <a:solidFill>
            <a:srgbClr val="00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 name="Google Shape;27;p5"/>
          <p:cNvPicPr preferRelativeResize="0"/>
          <p:nvPr/>
        </p:nvPicPr>
        <p:blipFill>
          <a:blip r:embed="rId2">
            <a:alphaModFix/>
          </a:blip>
          <a:stretch>
            <a:fillRect/>
          </a:stretch>
        </p:blipFill>
        <p:spPr>
          <a:xfrm>
            <a:off x="7220067" y="4770047"/>
            <a:ext cx="1377564" cy="289424"/>
          </a:xfrm>
          <a:prstGeom prst="rect">
            <a:avLst/>
          </a:prstGeom>
          <a:noFill/>
          <a:ln>
            <a:noFill/>
          </a:ln>
        </p:spPr>
      </p:pic>
      <p:sp>
        <p:nvSpPr>
          <p:cNvPr id="28" name="Google Shape;28;p5"/>
          <p:cNvSpPr/>
          <p:nvPr/>
        </p:nvSpPr>
        <p:spPr>
          <a:xfrm>
            <a:off x="8968150" y="4686025"/>
            <a:ext cx="175800" cy="457500"/>
          </a:xfrm>
          <a:prstGeom prst="rect">
            <a:avLst/>
          </a:prstGeom>
          <a:solidFill>
            <a:srgbClr val="00A8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Última">
  <p:cSld name="CUSTOM_1">
    <p:bg>
      <p:bgPr>
        <a:solidFill>
          <a:srgbClr val="002E4C"/>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a:blip r:embed="rId2">
            <a:alphaModFix/>
          </a:blip>
          <a:stretch>
            <a:fillRect/>
          </a:stretch>
        </p:blipFill>
        <p:spPr>
          <a:xfrm>
            <a:off x="2868096" y="2100725"/>
            <a:ext cx="3407798" cy="9420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2E4C"/>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7"/>
          <p:cNvSpPr txBox="1"/>
          <p:nvPr>
            <p:ph type="title"/>
          </p:nvPr>
        </p:nvSpPr>
        <p:spPr>
          <a:xfrm>
            <a:off x="1676400" y="1123950"/>
            <a:ext cx="3924300" cy="9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Tarea </a:t>
            </a:r>
            <a:r>
              <a:rPr lang="es"/>
              <a:t>Evaluación</a:t>
            </a:r>
            <a:r>
              <a:rPr lang="es"/>
              <a:t> </a:t>
            </a:r>
            <a:endParaRPr/>
          </a:p>
          <a:p>
            <a:pPr indent="0" lvl="0" marL="0" rtl="0" algn="l">
              <a:spcBef>
                <a:spcPts val="0"/>
              </a:spcBef>
              <a:spcAft>
                <a:spcPts val="0"/>
              </a:spcAft>
              <a:buNone/>
            </a:pPr>
            <a:r>
              <a:rPr lang="es"/>
              <a:t>Módulo</a:t>
            </a:r>
            <a:r>
              <a:rPr lang="es"/>
              <a:t> 17</a:t>
            </a:r>
            <a:endParaRPr/>
          </a:p>
        </p:txBody>
      </p:sp>
      <p:sp>
        <p:nvSpPr>
          <p:cNvPr id="36" name="Google Shape;36;p7"/>
          <p:cNvSpPr txBox="1"/>
          <p:nvPr>
            <p:ph idx="1" type="subTitle"/>
          </p:nvPr>
        </p:nvSpPr>
        <p:spPr>
          <a:xfrm>
            <a:off x="1676400" y="2324000"/>
            <a:ext cx="3790800" cy="63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Jose Miguel Gutierrez</a:t>
            </a:r>
            <a:endParaRPr/>
          </a:p>
          <a:p>
            <a:pPr indent="0" lvl="0" marL="0" rtl="0" algn="l">
              <a:spcBef>
                <a:spcPts val="0"/>
              </a:spcBef>
              <a:spcAft>
                <a:spcPts val="0"/>
              </a:spcAft>
              <a:buNone/>
            </a:pPr>
            <a:r>
              <a:rPr lang="es"/>
              <a:t>Jose Luis Mba Bechiro</a:t>
            </a:r>
            <a:endParaRPr/>
          </a:p>
          <a:p>
            <a:pPr indent="0" lvl="0" marL="0" rtl="0" algn="l">
              <a:spcBef>
                <a:spcPts val="0"/>
              </a:spcBef>
              <a:spcAft>
                <a:spcPts val="0"/>
              </a:spcAft>
              <a:buNone/>
            </a:pPr>
            <a:r>
              <a:rPr lang="es"/>
              <a:t>Ignacio Sedano Fiñana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8"/>
          <p:cNvSpPr txBox="1"/>
          <p:nvPr>
            <p:ph type="title"/>
          </p:nvPr>
        </p:nvSpPr>
        <p:spPr>
          <a:xfrm>
            <a:off x="422075" y="6665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After BASE TEST</a:t>
            </a:r>
            <a:endParaRPr/>
          </a:p>
        </p:txBody>
      </p:sp>
      <p:sp>
        <p:nvSpPr>
          <p:cNvPr id="42" name="Google Shape;42;p8"/>
          <p:cNvSpPr txBox="1"/>
          <p:nvPr>
            <p:ph idx="2" type="body"/>
          </p:nvPr>
        </p:nvSpPr>
        <p:spPr>
          <a:xfrm>
            <a:off x="4713200" y="964025"/>
            <a:ext cx="4294800" cy="12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This class is responsible for setting up and tearing down the WebDriver for every test. It uses @BeforeEach to open a Chrome browser, maximize it, and navigate to the test URL, and @AfterEach to quit the driver. While this avoids duplication, it is still very basic: it hardcodes the browser and URL, has no configuration system, and doesn’t include waits or environment flexibility. This makes it less scalable and harder to maintain in real-world projects.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3" name="Google Shape;43;p8"/>
          <p:cNvPicPr preferRelativeResize="0"/>
          <p:nvPr/>
        </p:nvPicPr>
        <p:blipFill>
          <a:blip r:embed="rId3">
            <a:alphaModFix/>
          </a:blip>
          <a:stretch>
            <a:fillRect/>
          </a:stretch>
        </p:blipFill>
        <p:spPr>
          <a:xfrm>
            <a:off x="303675" y="1477775"/>
            <a:ext cx="4268324" cy="29635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9"/>
          <p:cNvSpPr txBox="1"/>
          <p:nvPr>
            <p:ph type="title"/>
          </p:nvPr>
        </p:nvSpPr>
        <p:spPr>
          <a:xfrm>
            <a:off x="422075" y="6665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After </a:t>
            </a:r>
            <a:r>
              <a:rPr lang="es"/>
              <a:t>INVENTORY</a:t>
            </a:r>
            <a:r>
              <a:rPr lang="es"/>
              <a:t> TEST</a:t>
            </a:r>
            <a:endParaRPr/>
          </a:p>
        </p:txBody>
      </p:sp>
      <p:sp>
        <p:nvSpPr>
          <p:cNvPr id="49" name="Google Shape;49;p9"/>
          <p:cNvSpPr txBox="1"/>
          <p:nvPr>
            <p:ph idx="2" type="body"/>
          </p:nvPr>
        </p:nvSpPr>
        <p:spPr>
          <a:xfrm>
            <a:off x="4713200" y="964025"/>
            <a:ext cx="4294800" cy="12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This class contains tests for adding products to the cart. Each test logs in, creates page objects, performs actions, and asserts the cart count. The main issue is repetition: the login logic is duplicated in every test, which violates the DRY principle. Test data (username and password) is hardcoded, making it inflexible. Also, the assertions are simple and there are no waits, which could make tests flaky. Overall, the structure works but is not optimized for maintainability or scalability.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0" name="Google Shape;50;p9"/>
          <p:cNvPicPr preferRelativeResize="0"/>
          <p:nvPr/>
        </p:nvPicPr>
        <p:blipFill>
          <a:blip r:embed="rId3">
            <a:alphaModFix/>
          </a:blip>
          <a:stretch>
            <a:fillRect/>
          </a:stretch>
        </p:blipFill>
        <p:spPr>
          <a:xfrm>
            <a:off x="152400" y="1398825"/>
            <a:ext cx="4408398" cy="323084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0"/>
          <p:cNvSpPr txBox="1"/>
          <p:nvPr>
            <p:ph type="title"/>
          </p:nvPr>
        </p:nvSpPr>
        <p:spPr>
          <a:xfrm>
            <a:off x="422075" y="6665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After LOGIN TEST</a:t>
            </a:r>
            <a:endParaRPr/>
          </a:p>
        </p:txBody>
      </p:sp>
      <p:sp>
        <p:nvSpPr>
          <p:cNvPr id="56" name="Google Shape;56;p10"/>
          <p:cNvSpPr txBox="1"/>
          <p:nvPr>
            <p:ph idx="2" type="body"/>
          </p:nvPr>
        </p:nvSpPr>
        <p:spPr>
          <a:xfrm>
            <a:off x="4713200" y="964025"/>
            <a:ext cx="4294800" cy="126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This class tests login functionality with valid and invalid credentials. It follows the same pattern: create a page object, perform actions, and assert results. The positive test checks if the URL contains a string, which is a weak assertion because it doesn’t guarantee the page is fully loaded. The negative test is better because it checks for an error message via a page method. However, it still suffers from hardcoded data, no waits, and repeated setup logic.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7" name="Google Shape;57;p10"/>
          <p:cNvPicPr preferRelativeResize="0"/>
          <p:nvPr/>
        </p:nvPicPr>
        <p:blipFill>
          <a:blip r:embed="rId3">
            <a:alphaModFix/>
          </a:blip>
          <a:stretch>
            <a:fillRect/>
          </a:stretch>
        </p:blipFill>
        <p:spPr>
          <a:xfrm>
            <a:off x="223000" y="1297975"/>
            <a:ext cx="4408401" cy="339935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1"/>
          <p:cNvSpPr txBox="1"/>
          <p:nvPr>
            <p:ph type="title"/>
          </p:nvPr>
        </p:nvSpPr>
        <p:spPr>
          <a:xfrm>
            <a:off x="422075" y="6665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After LOGIN PAGE</a:t>
            </a:r>
            <a:endParaRPr/>
          </a:p>
        </p:txBody>
      </p:sp>
      <p:sp>
        <p:nvSpPr>
          <p:cNvPr id="63" name="Google Shape;63;p11"/>
          <p:cNvSpPr txBox="1"/>
          <p:nvPr>
            <p:ph idx="2" type="body"/>
          </p:nvPr>
        </p:nvSpPr>
        <p:spPr>
          <a:xfrm>
            <a:off x="3521775" y="992400"/>
            <a:ext cx="5738400" cy="115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This class models the login page and is better structured. It defines locators as variables, which improves maintainability. It provides methods to interact with elements and a combined login() method for convenience. This is cleaner and follows good POM practices. Still, it has some problems: no waits are used, so interactions may fail if elements are not ready; the login() method hides steps, which reduces flexibility in some test scenarios; and there’s no method to verify that the page is loaded. Like before, it depends directly on WebDriver, making it tightly coupled and less scalable</a:t>
            </a:r>
            <a:endParaRPr/>
          </a:p>
        </p:txBody>
      </p:sp>
      <p:pic>
        <p:nvPicPr>
          <p:cNvPr id="64" name="Google Shape;64;p11"/>
          <p:cNvPicPr preferRelativeResize="0"/>
          <p:nvPr/>
        </p:nvPicPr>
        <p:blipFill>
          <a:blip r:embed="rId3">
            <a:alphaModFix/>
          </a:blip>
          <a:stretch>
            <a:fillRect/>
          </a:stretch>
        </p:blipFill>
        <p:spPr>
          <a:xfrm>
            <a:off x="333925" y="1246425"/>
            <a:ext cx="3003142" cy="3592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2"/>
          <p:cNvSpPr txBox="1"/>
          <p:nvPr>
            <p:ph type="title"/>
          </p:nvPr>
        </p:nvSpPr>
        <p:spPr>
          <a:xfrm>
            <a:off x="422075" y="6665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After </a:t>
            </a:r>
            <a:r>
              <a:rPr lang="es"/>
              <a:t>INVENTORY</a:t>
            </a:r>
            <a:r>
              <a:rPr lang="es"/>
              <a:t> PAGE</a:t>
            </a:r>
            <a:endParaRPr/>
          </a:p>
        </p:txBody>
      </p:sp>
      <p:sp>
        <p:nvSpPr>
          <p:cNvPr id="70" name="Google Shape;70;p12"/>
          <p:cNvSpPr txBox="1"/>
          <p:nvPr>
            <p:ph idx="2" type="body"/>
          </p:nvPr>
        </p:nvSpPr>
        <p:spPr>
          <a:xfrm>
            <a:off x="4207575" y="511075"/>
            <a:ext cx="5002200" cy="42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This class represents the inventory page using the Page Object Model. It receives a WebDriver and provides simple methods like addBackpackToCart(), addBikeLightToCart(), and getCartCount(). The good part is that methods are small and focused, which improves readability. However, there are still issues: locators are used directly inside methods instead of being stored as variables, there are no waits , and getCartCount() assumes the element is always present. Also, there’s no validation that the page is actually loaded before interacting with it</a:t>
            </a:r>
            <a:endParaRPr/>
          </a:p>
        </p:txBody>
      </p:sp>
      <p:pic>
        <p:nvPicPr>
          <p:cNvPr id="71" name="Google Shape;71;p12"/>
          <p:cNvPicPr preferRelativeResize="0"/>
          <p:nvPr/>
        </p:nvPicPr>
        <p:blipFill rotWithShape="1">
          <a:blip r:embed="rId3">
            <a:alphaModFix/>
          </a:blip>
          <a:srcRect b="10977" l="11051" r="5035" t="0"/>
          <a:stretch/>
        </p:blipFill>
        <p:spPr>
          <a:xfrm>
            <a:off x="72625" y="1368550"/>
            <a:ext cx="4064375" cy="3198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title"/>
          </p:nvPr>
        </p:nvSpPr>
        <p:spPr>
          <a:xfrm>
            <a:off x="422075" y="6665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BEFORE </a:t>
            </a:r>
            <a:r>
              <a:rPr lang="es"/>
              <a:t>INVENTORY</a:t>
            </a:r>
            <a:r>
              <a:rPr lang="es"/>
              <a:t> TEST</a:t>
            </a:r>
            <a:endParaRPr/>
          </a:p>
        </p:txBody>
      </p:sp>
      <p:sp>
        <p:nvSpPr>
          <p:cNvPr id="77" name="Google Shape;77;p13"/>
          <p:cNvSpPr txBox="1"/>
          <p:nvPr>
            <p:ph idx="2" type="body"/>
          </p:nvPr>
        </p:nvSpPr>
        <p:spPr>
          <a:xfrm>
            <a:off x="422075" y="1246425"/>
            <a:ext cx="5148600" cy="7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new version replaces duplicated setup and Thread.sleep() with a shared BaseTest class using @BeforeEach and @AfterEach. This centralizes WebDriver management, removes repetition, and makes tests cleaner and more maintainable</a:t>
            </a:r>
            <a:endParaRPr/>
          </a:p>
        </p:txBody>
      </p:sp>
      <p:pic>
        <p:nvPicPr>
          <p:cNvPr id="78" name="Google Shape;78;p13"/>
          <p:cNvPicPr preferRelativeResize="0"/>
          <p:nvPr/>
        </p:nvPicPr>
        <p:blipFill>
          <a:blip r:embed="rId3">
            <a:alphaModFix/>
          </a:blip>
          <a:stretch>
            <a:fillRect/>
          </a:stretch>
        </p:blipFill>
        <p:spPr>
          <a:xfrm>
            <a:off x="5657350" y="314150"/>
            <a:ext cx="3209650" cy="3451626"/>
          </a:xfrm>
          <a:prstGeom prst="rect">
            <a:avLst/>
          </a:prstGeom>
          <a:noFill/>
          <a:ln>
            <a:noFill/>
          </a:ln>
        </p:spPr>
      </p:pic>
      <p:pic>
        <p:nvPicPr>
          <p:cNvPr id="79" name="Google Shape;79;p13"/>
          <p:cNvPicPr preferRelativeResize="0"/>
          <p:nvPr/>
        </p:nvPicPr>
        <p:blipFill>
          <a:blip r:embed="rId4">
            <a:alphaModFix/>
          </a:blip>
          <a:stretch>
            <a:fillRect/>
          </a:stretch>
        </p:blipFill>
        <p:spPr>
          <a:xfrm>
            <a:off x="2663625" y="2687175"/>
            <a:ext cx="3308875" cy="2456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ph type="title"/>
          </p:nvPr>
        </p:nvSpPr>
        <p:spPr>
          <a:xfrm>
            <a:off x="422075" y="666525"/>
            <a:ext cx="7857300" cy="57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BEFORE LOGIN TEST</a:t>
            </a:r>
            <a:endParaRPr/>
          </a:p>
        </p:txBody>
      </p:sp>
      <p:sp>
        <p:nvSpPr>
          <p:cNvPr id="85" name="Google Shape;85;p14"/>
          <p:cNvSpPr txBox="1"/>
          <p:nvPr>
            <p:ph idx="2" type="body"/>
          </p:nvPr>
        </p:nvSpPr>
        <p:spPr>
          <a:xfrm>
            <a:off x="422075" y="1246425"/>
            <a:ext cx="5607300" cy="115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refactored version removes Thread.sleep(), avoids direct WebDriver usage in tests, and uses the Page Object (LoginPage) for all actions and validations. This makes the tests cleaner, less fragile, and easier to maintain.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86" name="Google Shape;86;p14"/>
          <p:cNvPicPr preferRelativeResize="0"/>
          <p:nvPr/>
        </p:nvPicPr>
        <p:blipFill>
          <a:blip r:embed="rId3">
            <a:alphaModFix/>
          </a:blip>
          <a:stretch>
            <a:fillRect/>
          </a:stretch>
        </p:blipFill>
        <p:spPr>
          <a:xfrm>
            <a:off x="6091000" y="470975"/>
            <a:ext cx="2809825" cy="3096367"/>
          </a:xfrm>
          <a:prstGeom prst="rect">
            <a:avLst/>
          </a:prstGeom>
          <a:noFill/>
          <a:ln>
            <a:noFill/>
          </a:ln>
        </p:spPr>
      </p:pic>
      <p:pic>
        <p:nvPicPr>
          <p:cNvPr id="87" name="Google Shape;87;p14"/>
          <p:cNvPicPr preferRelativeResize="0"/>
          <p:nvPr/>
        </p:nvPicPr>
        <p:blipFill>
          <a:blip r:embed="rId4">
            <a:alphaModFix/>
          </a:blip>
          <a:stretch>
            <a:fillRect/>
          </a:stretch>
        </p:blipFill>
        <p:spPr>
          <a:xfrm>
            <a:off x="2096688" y="2656800"/>
            <a:ext cx="4154123" cy="24351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DAC">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